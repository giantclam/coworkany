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AI在环卫中的应用及2026年展望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智慧环卫：技术驱动的城市清洁革命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环卫行业定义与发展背景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环卫行业定义</a:t>
            </a:r>
          </a:p>
          <a:p>
            <a:pPr>
              <a:spcBef>
                <a:spcPts val="1200"/>
              </a:spcBef>
              <a:defRPr sz="1800"/>
            </a:pPr>
            <a:r>
              <a:t>  - 城市环境卫生管理的核心产业</a:t>
            </a:r>
          </a:p>
          <a:p>
            <a:pPr>
              <a:spcBef>
                <a:spcPts val="1200"/>
              </a:spcBef>
              <a:defRPr sz="1800"/>
            </a:pPr>
            <a:r>
              <a:t>  - 涵盖道路清扫、垃圾收运、分类处理等全链条服务</a:t>
            </a:r>
          </a:p>
          <a:p>
            <a:pPr>
              <a:spcBef>
                <a:spcPts val="1200"/>
              </a:spcBef>
              <a:defRPr sz="1800"/>
            </a:pPr>
            <a:r>
              <a:t>  - 2025年中国城市环卫市场规模达2315亿元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• 发展背景</a:t>
            </a:r>
          </a:p>
          <a:p>
            <a:pPr>
              <a:spcBef>
                <a:spcPts val="1200"/>
              </a:spcBef>
              <a:defRPr sz="1800"/>
            </a:pPr>
            <a:r>
              <a:t>  - 双碳目标推动绿色低碳转型</a:t>
            </a:r>
          </a:p>
          <a:p>
            <a:pPr>
              <a:spcBef>
                <a:spcPts val="1200"/>
              </a:spcBef>
              <a:defRPr sz="1800"/>
            </a:pPr>
            <a:r>
              <a:t>  - 智慧城市建设加速数字化升级</a:t>
            </a:r>
          </a:p>
          <a:p>
            <a:pPr>
              <a:spcBef>
                <a:spcPts val="1200"/>
              </a:spcBef>
              <a:defRPr sz="1800"/>
            </a:pPr>
            <a:r>
              <a:t>  - 人工成本上升倒逼智能化改造</a:t>
            </a:r>
          </a:p>
          <a:p>
            <a:pPr>
              <a:spcBef>
                <a:spcPts val="1200"/>
              </a:spcBef>
              <a:defRPr sz="1800"/>
            </a:pPr>
            <a:r>
              <a:t>  - 国务院《关于深入实施'人工智能+'行动的意见》政策支持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AI在环卫中的主要应用场景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智能环卫车辆</a:t>
            </a:r>
          </a:p>
          <a:p>
            <a:pPr>
              <a:spcBef>
                <a:spcPts val="1200"/>
              </a:spcBef>
              <a:defRPr sz="1800"/>
            </a:pPr>
            <a:r>
              <a:t>  - L4级无人驾驶清扫车：24小时自主作业，减少人力需求</a:t>
            </a:r>
          </a:p>
          <a:p>
            <a:pPr>
              <a:spcBef>
                <a:spcPts val="1200"/>
              </a:spcBef>
              <a:defRPr sz="1800"/>
            </a:pPr>
            <a:r>
              <a:t>  - AI感知与导航系统：多模态传感器融合、高精度定位</a:t>
            </a:r>
          </a:p>
          <a:p>
            <a:pPr>
              <a:spcBef>
                <a:spcPts val="1200"/>
              </a:spcBef>
              <a:defRPr sz="1800"/>
            </a:pPr>
            <a:r>
              <a:t>  - 零排放电动动力：绿色环保，降低运营成本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• 智能垃圾分拣</a:t>
            </a:r>
          </a:p>
          <a:p>
            <a:pPr>
              <a:spcBef>
                <a:spcPts val="1200"/>
              </a:spcBef>
              <a:defRPr sz="1800"/>
            </a:pPr>
            <a:r>
              <a:t>  - AI视觉识别技术：识别20+种垃圾类型（塑料、金属、纸张等）</a:t>
            </a:r>
          </a:p>
          <a:p>
            <a:pPr>
              <a:spcBef>
                <a:spcPts val="1200"/>
              </a:spcBef>
              <a:defRPr sz="1800"/>
            </a:pPr>
            <a:r>
              <a:t>  - 机器人分拣：每分钟70件，速度是人工2倍，可24小时工作</a:t>
            </a:r>
          </a:p>
          <a:p>
            <a:pPr>
              <a:spcBef>
                <a:spcPts val="1200"/>
              </a:spcBef>
              <a:defRPr sz="1800"/>
            </a:pPr>
            <a:r>
              <a:t>  - 案例：联运环境AI分拣系统、北京西红门智能分拣机器人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• 智慧调度系统</a:t>
            </a:r>
          </a:p>
          <a:p>
            <a:pPr>
              <a:spcBef>
                <a:spcPts val="1200"/>
              </a:spcBef>
              <a:defRPr sz="1800"/>
            </a:pPr>
            <a:r>
              <a:t>  - AI预测垃圾产生量：分析历史数据、天气、节假日等因素</a:t>
            </a:r>
          </a:p>
          <a:p>
            <a:pPr>
              <a:spcBef>
                <a:spcPts val="1200"/>
              </a:spcBef>
              <a:defRPr sz="1800"/>
            </a:pPr>
            <a:r>
              <a:t>  - 优化收运路线：杭州某区通过AI调度减少20%环卫车空驶率</a:t>
            </a:r>
          </a:p>
          <a:p>
            <a:pPr>
              <a:spcBef>
                <a:spcPts val="1200"/>
              </a:spcBef>
              <a:defRPr sz="1800"/>
            </a:pPr>
            <a:r>
              <a:t>  - 无人机智慧巡检：大理市实现环卫行业首个无人机巡检应用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2026年最新技术与趋势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技术突破</a:t>
            </a:r>
          </a:p>
          <a:p>
            <a:pPr>
              <a:spcBef>
                <a:spcPts val="1200"/>
              </a:spcBef>
              <a:defRPr sz="1800"/>
            </a:pPr>
            <a:r>
              <a:t>  - 6G+AI全场景应用：南京紫金山科技城落地全球首个6G+AI无人环卫</a:t>
            </a:r>
          </a:p>
          <a:p>
            <a:pPr>
              <a:spcBef>
                <a:spcPts val="1200"/>
              </a:spcBef>
              <a:defRPr sz="1800"/>
            </a:pPr>
            <a:r>
              <a:t>  - 纯视觉自动驾驶：不依赖雷达，降低成本提升普及率</a:t>
            </a:r>
          </a:p>
          <a:p>
            <a:pPr>
              <a:spcBef>
                <a:spcPts val="1200"/>
              </a:spcBef>
              <a:defRPr sz="1800"/>
            </a:pPr>
            <a:r>
              <a:t>  - 物联网深度融合：路径规划、故障报警、远程监控一体化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• 市场趋势</a:t>
            </a:r>
          </a:p>
          <a:p>
            <a:pPr>
              <a:spcBef>
                <a:spcPts val="1200"/>
              </a:spcBef>
              <a:defRPr sz="1800"/>
            </a:pPr>
            <a:r>
              <a:t>  - 市场规模：全球AI清洁机器人市场2026年将超85亿美元（CAGR 17.9%）</a:t>
            </a:r>
          </a:p>
          <a:p>
            <a:pPr>
              <a:spcBef>
                <a:spcPts val="1200"/>
              </a:spcBef>
              <a:defRPr sz="1800"/>
            </a:pPr>
            <a:r>
              <a:t>  - 项目爆发：2025年国内成功开标无人环卫项目超220项</a:t>
            </a:r>
          </a:p>
          <a:p>
            <a:pPr>
              <a:spcBef>
                <a:spcPts val="1200"/>
              </a:spcBef>
              <a:defRPr sz="1800"/>
            </a:pPr>
            <a:r>
              <a:t>  - 无人环卫市场价值预计超3000亿元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• 政策驱动</a:t>
            </a:r>
          </a:p>
          <a:p>
            <a:pPr>
              <a:spcBef>
                <a:spcPts val="1200"/>
              </a:spcBef>
              <a:defRPr sz="1800"/>
            </a:pPr>
            <a:r>
              <a:t>  - L3以上自动驾驶汽车加速商用化</a:t>
            </a:r>
          </a:p>
          <a:p>
            <a:pPr>
              <a:spcBef>
                <a:spcPts val="1200"/>
              </a:spcBef>
              <a:defRPr sz="1800"/>
            </a:pPr>
            <a:r>
              <a:t>  - 智能环卫机器人成为智慧城市核心装备</a:t>
            </a:r>
          </a:p>
          <a:p>
            <a:pPr>
              <a:spcBef>
                <a:spcPts val="1200"/>
              </a:spcBef>
              <a:defRPr sz="1800"/>
            </a:pPr>
            <a:r>
              <a:t>  - 数字化转型成为环卫企业必选项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成功案例分析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案例一：九爪智能环卫综合体（智慧城市大会标杆项目）</a:t>
            </a:r>
          </a:p>
          <a:p>
            <a:pPr>
              <a:spcBef>
                <a:spcPts val="1200"/>
              </a:spcBef>
              <a:defRPr sz="1800"/>
            </a:pPr>
            <a:r>
              <a:t>  - AI分选系统实现垃圾'变废为宝'</a:t>
            </a:r>
          </a:p>
          <a:p>
            <a:pPr>
              <a:spcBef>
                <a:spcPts val="1200"/>
              </a:spcBef>
              <a:defRPr sz="1800"/>
            </a:pPr>
            <a:r>
              <a:t>  - 前瞻性设计理念与硬核AI技术结合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• 案例二：杭州AI调度系统</a:t>
            </a:r>
          </a:p>
          <a:p>
            <a:pPr>
              <a:spcBef>
                <a:spcPts val="1200"/>
              </a:spcBef>
              <a:defRPr sz="1800"/>
            </a:pPr>
            <a:r>
              <a:t>  - 通过AI预测和优化，减少20%环卫车空驶率</a:t>
            </a:r>
          </a:p>
          <a:p>
            <a:pPr>
              <a:spcBef>
                <a:spcPts val="1200"/>
              </a:spcBef>
              <a:defRPr sz="1800"/>
            </a:pPr>
            <a:r>
              <a:t>  - 显著降低运营成本，提升服务效率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• 案例三：驭势科技L4级无人环卫车</a:t>
            </a:r>
          </a:p>
          <a:p>
            <a:pPr>
              <a:spcBef>
                <a:spcPts val="1200"/>
              </a:spcBef>
              <a:defRPr sz="1800"/>
            </a:pPr>
            <a:r>
              <a:t>  - 整合车规级域控制器与领先AI算法</a:t>
            </a:r>
          </a:p>
          <a:p>
            <a:pPr>
              <a:spcBef>
                <a:spcPts val="1200"/>
              </a:spcBef>
              <a:defRPr sz="1800"/>
            </a:pPr>
            <a:r>
              <a:t>  - 重塑劳动力价值，开启智能清扫新纪元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• 案例四：景德镇玉禾田'四精'管理模式</a:t>
            </a:r>
          </a:p>
          <a:p>
            <a:pPr>
              <a:spcBef>
                <a:spcPts val="1200"/>
              </a:spcBef>
              <a:defRPr sz="1800"/>
            </a:pPr>
            <a:r>
              <a:t>  - 入选2024年度数字化转型驱动环卫管理创新案例</a:t>
            </a:r>
          </a:p>
          <a:p>
            <a:pPr>
              <a:spcBef>
                <a:spcPts val="1200"/>
              </a:spcBef>
              <a:defRPr sz="1800"/>
            </a:pPr>
            <a:r>
              <a:t>  - 数字化运营实现精细化管理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5. 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技术演进方向</a:t>
            </a:r>
          </a:p>
          <a:p>
            <a:pPr>
              <a:spcBef>
                <a:spcPts val="1200"/>
              </a:spcBef>
              <a:defRPr sz="1800"/>
            </a:pPr>
            <a:r>
              <a:t>  - 从'人工主导'到'人机协同'再到'无人智慧化'</a:t>
            </a:r>
          </a:p>
          <a:p>
            <a:pPr>
              <a:spcBef>
                <a:spcPts val="1200"/>
              </a:spcBef>
              <a:defRPr sz="1800"/>
            </a:pPr>
            <a:r>
              <a:t>  - AI大模型赋能：更强的环境理解和决策能力</a:t>
            </a:r>
          </a:p>
          <a:p>
            <a:pPr>
              <a:spcBef>
                <a:spcPts val="1200"/>
              </a:spcBef>
              <a:defRPr sz="1800"/>
            </a:pPr>
            <a:r>
              <a:t>  - 多技术融合：AI+IoT+5G/6G+边缘计算+区块链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• 产业发展趋势</a:t>
            </a:r>
          </a:p>
          <a:p>
            <a:pPr>
              <a:spcBef>
                <a:spcPts val="1200"/>
              </a:spcBef>
              <a:defRPr sz="1800"/>
            </a:pPr>
            <a:r>
              <a:t>  - 环卫机器人从'试点'走向'规模化商用'</a:t>
            </a:r>
          </a:p>
          <a:p>
            <a:pPr>
              <a:spcBef>
                <a:spcPts val="1200"/>
              </a:spcBef>
              <a:defRPr sz="1800"/>
            </a:pPr>
            <a:r>
              <a:t>  - 传统环卫企业加速数字化转型</a:t>
            </a:r>
          </a:p>
          <a:p>
            <a:pPr>
              <a:spcBef>
                <a:spcPts val="1200"/>
              </a:spcBef>
              <a:defRPr sz="1800"/>
            </a:pPr>
            <a:r>
              <a:t>  - 新能源+智能化成为行业标配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• 社会价值</a:t>
            </a:r>
          </a:p>
          <a:p>
            <a:pPr>
              <a:spcBef>
                <a:spcPts val="1200"/>
              </a:spcBef>
              <a:defRPr sz="1800"/>
            </a:pPr>
            <a:r>
              <a:t>  - 提升城市环境质量，助力智慧城市建设</a:t>
            </a:r>
          </a:p>
          <a:p>
            <a:pPr>
              <a:spcBef>
                <a:spcPts val="1200"/>
              </a:spcBef>
              <a:defRPr sz="1800"/>
            </a:pPr>
            <a:r>
              <a:t>  - 降低环卫工人劳动强度，改善工作环境</a:t>
            </a:r>
          </a:p>
          <a:p>
            <a:pPr>
              <a:spcBef>
                <a:spcPts val="1200"/>
              </a:spcBef>
              <a:defRPr sz="1800"/>
            </a:pPr>
            <a:r>
              <a:t>  - 推动绿色低碳发展，实现可持续运营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• 挑战与机遇</a:t>
            </a:r>
          </a:p>
          <a:p>
            <a:pPr>
              <a:spcBef>
                <a:spcPts val="1200"/>
              </a:spcBef>
              <a:defRPr sz="1800"/>
            </a:pPr>
            <a:r>
              <a:t>  - 技术成熟度与成本平衡</a:t>
            </a:r>
          </a:p>
          <a:p>
            <a:pPr>
              <a:spcBef>
                <a:spcPts val="1200"/>
              </a:spcBef>
              <a:defRPr sz="1800"/>
            </a:pPr>
            <a:r>
              <a:t>  - 政策法规配套完善</a:t>
            </a:r>
          </a:p>
          <a:p>
            <a:pPr>
              <a:spcBef>
                <a:spcPts val="1200"/>
              </a:spcBef>
              <a:defRPr sz="1800"/>
            </a:pPr>
            <a:r>
              <a:t>  - 产业链协同创新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AI赋能环卫，共创智慧未来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