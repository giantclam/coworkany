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2026年AI在智慧城市中的发展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C8DCF0"/>
                </a:solidFill>
              </a:defRPr>
            </a:pPr>
            <a:r>
              <a:t>技术创新 · 应用场景 · 未来展望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4C81"/>
          </a:solidFill>
          <a:ln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828800"/>
            <a:ext cx="5486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2000"/>
              </a:spcBef>
              <a:defRPr sz="2400" b="1">
                <a:solidFill>
                  <a:srgbClr val="0F4C81"/>
                </a:solidFill>
              </a:defRPr>
            </a:pPr>
            <a:r>
              <a:t>01  智慧城市的定义和发展背景</a:t>
            </a:r>
          </a:p>
          <a:p>
            <a:pPr>
              <a:spcBef>
                <a:spcPts val="2000"/>
              </a:spcBef>
              <a:defRPr sz="2400" b="1">
                <a:solidFill>
                  <a:srgbClr val="0F4C81"/>
                </a:solidFill>
              </a:defRPr>
            </a:pPr>
            <a:r>
              <a:t>02  AI在智慧城市中的主要应用场景</a:t>
            </a:r>
          </a:p>
          <a:p>
            <a:pPr>
              <a:spcBef>
                <a:spcPts val="2000"/>
              </a:spcBef>
              <a:defRPr sz="2400" b="1">
                <a:solidFill>
                  <a:srgbClr val="0F4C81"/>
                </a:solidFill>
              </a:defRPr>
            </a:pPr>
            <a:r>
              <a:t>03  2026年最新技术和趋势</a:t>
            </a:r>
          </a:p>
          <a:p>
            <a:pPr>
              <a:spcBef>
                <a:spcPts val="2000"/>
              </a:spcBef>
              <a:defRPr sz="2400" b="1">
                <a:solidFill>
                  <a:srgbClr val="0F4C81"/>
                </a:solidFill>
              </a:defRPr>
            </a:pPr>
            <a:r>
              <a:t>04  成功案例分析</a:t>
            </a:r>
          </a:p>
          <a:p>
            <a:pPr>
              <a:spcBef>
                <a:spcPts val="2000"/>
              </a:spcBef>
              <a:defRPr sz="2400" b="1">
                <a:solidFill>
                  <a:srgbClr val="0F4C81"/>
                </a:solidFill>
              </a:defRPr>
            </a:pPr>
            <a:r>
              <a:t>05  未来展望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4C81"/>
          </a:solidFill>
          <a:ln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01 智慧城市的定义和发展背景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智慧城市定义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利用物联网、云计算、大数据、人工智能等新一代信息技术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实现城市智慧化管理和运行，提升城市治理效率和居民生活质量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市场规模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全球智慧城市市场：2025年699.7亿美元 -&gt; 2030年1445.6亿美元（CAGR 15.6%）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AI在智慧城市市场：2025年2000亿美元 -&gt; 2033年12000亿美元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全球发展态势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亚洲地区呈现最高成长速度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迪拜、阿布扎比首次进入2025智慧城市指数前5位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中国、新加坡、卡塔尔等国家积极推进智慧城市建设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4C81"/>
          </a:solidFill>
          <a:ln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02 AI在智慧城市中的主要应用场景（1/2）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智能交通管理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AI交通系统有效缓解道路拥堵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动态信号优化系统提升区域平均通行效率超过15%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实时路况预测和智能导航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智能安防监控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预测性安防系统在事故发生前及时预警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智能视频分析和人脸识别技术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香港锐眼计划：2028年达到60,000支智能摄像头覆盖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智能能源管理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AI调度将电网的波动性可再生能源消纳能力提升10%以上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实时监测和调整能源使用，减少浪费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智能电网和分布式能源管理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4C81"/>
          </a:solidFill>
          <a:ln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02 AI在智慧城市中的主要应用场景（2/2）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城市治理优化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物联网垃圾箱在将满时自动发出清运提醒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智能街灯根据行人数量自动调节亮度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数据要素流通实现跨部门创新成果增长50%（预计2026年）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公共服务提升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AI辅助医疗诊断和健康管理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智能教育平台和个性化学习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数字政府服务和一站式办事平台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环境监测与保护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空气质量实时监测和预警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水资源智能管理，消耗量降低超20%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城市绿色低碳发展支持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4C81"/>
          </a:solidFill>
          <a:ln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03 2026年最新技术和趋势（1/2）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Agentic AI与生成式AI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Agentic AI重塑城市系统，实现自主决策和执行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生成式AI解锁政府数据，提供智能分析和预测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AI成为城市的中枢神经系统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5G/6G网络与物联网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全球IoT市场在智慧城市领域：2021年3000亿美元 -&gt; 2026年6500亿美元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超高速、低延迟网络支持实时数据传输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万物互联实现城市全域感知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数字孪生技术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创建城市的虚拟副本，进行模拟和优化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实时数据同步，支持预测性维护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CityOS统一数字平台整合城市运营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4C81"/>
          </a:solidFill>
          <a:ln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03 2026年最新技术和趋势（2/2）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空中交通革命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空中出租车（Air Taxis）预计2026年投入商业运营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机器人出租车（Robotaxis）在更多城市街道上运行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立体交通网络缓解地面拥堵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可持续发展技术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搭载计算优化芯片的高感知能力基础设施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智能建筑和绿色能源整合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城市碳排放实时监测和管理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数据融合与智能分析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跨部门数据整合和共享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边缘计算提升实时处理能力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AI驱动的城市运营决策支持系统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4C81"/>
          </a:solidFill>
          <a:ln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04 成功案例分析（1/2）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新加坡 - iTransport系统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全球领先的智能交通管理系统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整合公共交通、私人交通和共享出行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实时优化交通流量，减少拥堵30%以上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卡塔尔Lusail City - AGIL智慧城市操作系统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全球首个完全智能化的新建城市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统一平台管理能源、交通、安防、公共设施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AI驱动的城市大脑实现自主运营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北京 - AI之城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2025年AI核心产业规模达3500亿元，占全国50%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AI相关企业2400家，占全国总量50%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每15元GDP中有1元直接来自AI产业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4C81"/>
          </a:solidFill>
          <a:ln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04 成功案例分析（2/2）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迪拜 - 智慧城市2.0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2025年智慧城市指数亚洲地区领先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全面推进数字政府和智能服务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目标2030年成为全球最智慧城市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香港 - 锐眼计划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每年增加超过2万支智能摄像头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2028年达到约60,000支的覆盖规模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AI视频分析提升公共安全和城市管理效率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济南 - AI泉城赋能行动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重点围绕数字政府、制造、医疗、能源、交通等领域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构建人工智能应用场景体系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到2026年核心产业规模显著增长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4C81"/>
          </a:solidFill>
          <a:ln>
            <a:solidFill>
              <a:srgbClr val="0F4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05 未来展望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技术演进方向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AI从辅助工具演变为城市运营的核心驱动力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智慧城市进入2.0阶段：从连接到思考与行动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人机协同治理模式成为主流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应用深化趋势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从单点应用到全域智能化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从被动响应到主动预测和干预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从技术驱动到以人为本的服务创新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全球协同发展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国际标准和规范逐步建立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跨城市、跨国家的数据共享和协作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智慧城市经验和技术的全球推广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挑战与机遇并存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数据隐私和安全保护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数字鸿沟和公平性问题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</a:defRPr>
            </a:pPr>
            <a:r>
              <a:t>   技术伦理和治理框架完善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谢谢观看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C8DCF0"/>
                </a:solidFill>
              </a:defRPr>
            </a:pPr>
            <a:r>
              <a:t>AI赋能智慧城市，共创美好未来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