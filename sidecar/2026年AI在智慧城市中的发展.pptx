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2026年AI在智慧城市中的发展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趋势、应用、案例与未来展望</a:t>
            </a:r>
          </a:p>
          <a:p>
            <a:r>
              <a:t>基于公开资料整理（2025-2026）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智慧城市的定义和发展背景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智慧城市：以数据、数字基础设施与智能系统提升城市治理、公共服务与可持续发展能力。</a:t>
            </a:r>
          </a:p>
          <a:p>
            <a:pPr>
              <a:defRPr sz="2000"/>
            </a:pPr>
            <a:r>
              <a:t>发展驱动：城市化加速、交通拥堵、能源与碳排压力、公共安全与民生服务精细化需求。</a:t>
            </a:r>
          </a:p>
          <a:p>
            <a:pPr>
              <a:defRPr sz="2000"/>
            </a:pPr>
            <a:r>
              <a:t>技术底座演进：IoT感知网络 + 云/边协同 + 城市数据平台 + AI模型。</a:t>
            </a:r>
          </a:p>
          <a:p>
            <a:pPr>
              <a:defRPr sz="2000"/>
            </a:pPr>
            <a:r>
              <a:t>治理重心变化：从‘技术导向’转向‘以人为本、可信治理、可持续与包容’。</a:t>
            </a:r>
          </a:p>
          <a:p>
            <a:pPr lvl="1">
              <a:defRPr sz="1600"/>
            </a:pPr>
            <a:r>
              <a:t>UN-Habitat 2025《People-Centred Smart Cities》强调责任型AI、数据治理与公平性。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AI在智慧城市中的主要应用场景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智能交通：信号配时优化、拥堵预测、公交/地铁运营优化、事故快速响应。</a:t>
            </a:r>
          </a:p>
          <a:p>
            <a:pPr>
              <a:defRPr sz="2000"/>
            </a:pPr>
            <a:r>
              <a:t>公共安全与应急：视频智能分析、风险预警、灾害监测与联动指挥。</a:t>
            </a:r>
          </a:p>
          <a:p>
            <a:pPr>
              <a:defRPr sz="2000"/>
            </a:pPr>
            <a:r>
              <a:t>城市治理与政务服务：AI客服、审批辅助、跨部门协同、城市运行“一网统管”。</a:t>
            </a:r>
          </a:p>
          <a:p>
            <a:pPr>
              <a:defRPr sz="2000"/>
            </a:pPr>
            <a:r>
              <a:t>能源与环保：建筑能耗优化、智能电网调度、空气/水环境监测。</a:t>
            </a:r>
          </a:p>
          <a:p>
            <a:pPr>
              <a:defRPr sz="2000"/>
            </a:pPr>
            <a:r>
              <a:t>医疗与民生：医保问答、心理健康辅助、社区服务精准匹配。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2026年最新技术和趋势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城市数字孪生进入‘运营级’：从可视化走向实时闭环决策与仿真推演。</a:t>
            </a:r>
          </a:p>
          <a:p>
            <a:pPr>
              <a:defRPr sz="2000"/>
            </a:pPr>
            <a:r>
              <a:t>边缘AI规模化：在路口、站点、园区侧实时推理，降低时延与带宽成本。</a:t>
            </a:r>
          </a:p>
          <a:p>
            <a:pPr>
              <a:defRPr sz="2000"/>
            </a:pPr>
            <a:r>
              <a:t>多模态大模型融入城市中枢：文本、图像、视频、时空数据联合决策。</a:t>
            </a:r>
          </a:p>
          <a:p>
            <a:pPr>
              <a:defRPr sz="2000"/>
            </a:pPr>
            <a:r>
              <a:t>AI治理制度化：隐私保护、算法审计、透明度与问责机制成为项目必选项。</a:t>
            </a:r>
          </a:p>
          <a:p>
            <a:pPr>
              <a:defRPr sz="2000"/>
            </a:pPr>
            <a:r>
              <a:t>数据基础设施先行：高质量数据资产、标准化接口与跨部门数据协同成为成败关键。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成功案例分析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案例A：杭州 City Brain 3.0（2025）</a:t>
            </a:r>
          </a:p>
          <a:p>
            <a:pPr lvl="1">
              <a:defRPr sz="1600"/>
            </a:pPr>
            <a:r>
              <a:t>引入AI模型与数字孪生，提升城市治理与公共服务效率。</a:t>
            </a:r>
          </a:p>
          <a:p>
            <a:pPr lvl="1">
              <a:defRPr sz="1600"/>
            </a:pPr>
            <a:r>
              <a:t>报道显示：地质勘测风险监测系统处理1,743个项目并发出2,434次风险预警。</a:t>
            </a:r>
          </a:p>
          <a:p>
            <a:pPr>
              <a:defRPr sz="2000"/>
            </a:pPr>
            <a:r>
              <a:t>案例B：城市交通数字孪生（学术与产业趋势）</a:t>
            </a:r>
          </a:p>
          <a:p>
            <a:pPr lvl="1">
              <a:defRPr sz="1600"/>
            </a:pPr>
            <a:r>
              <a:t>交通系统通过AI+数字孪生进行流量预测、仿真与调度优化。</a:t>
            </a:r>
          </a:p>
          <a:p>
            <a:pPr>
              <a:defRPr sz="2000"/>
            </a:pPr>
            <a:r>
              <a:t>案例C：全球城市治理框架升级</a:t>
            </a:r>
          </a:p>
          <a:p>
            <a:pPr lvl="1">
              <a:defRPr sz="1600"/>
            </a:pPr>
            <a:r>
              <a:t>UN体系推动以人为本、责任AI与数据治理，为大规模应用提供制度保障。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未来展望（2026-2030）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从单点智能走向‘城市智能体’：跨交通、能源、安全、政务的协同优化。</a:t>
            </a:r>
          </a:p>
          <a:p>
            <a:pPr>
              <a:defRPr sz="2000"/>
            </a:pPr>
            <a:r>
              <a:t>从项目试点走向平台化运营：统一城市AI中台+场景应用生态。</a:t>
            </a:r>
          </a:p>
          <a:p>
            <a:pPr>
              <a:defRPr sz="2000"/>
            </a:pPr>
            <a:r>
              <a:t>从效率优先走向‘效率+韧性+公平’三目标平衡。</a:t>
            </a:r>
          </a:p>
          <a:p>
            <a:pPr>
              <a:defRPr sz="2000"/>
            </a:pPr>
            <a:r>
              <a:t>关键挑战：数据孤岛、模型偏差、网络安全、组织协同与人才缺口。</a:t>
            </a:r>
          </a:p>
          <a:p>
            <a:pPr>
              <a:defRPr sz="2000"/>
            </a:pPr>
            <a:r>
              <a:t>建议路径：先数据治理、再场景落地、同步建立伦理与监管机制。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结论与建议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2026年，AI正在成为智慧城市的“操作系统”。</a:t>
            </a:r>
          </a:p>
          <a:p>
            <a:pPr>
              <a:defRPr sz="2200"/>
            </a:pPr>
            <a:r>
              <a:t>优先建设可信数据与治理体系，在高价值场景形成可复制的运营闭环，是城市实现规模化智能升级的关键。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参考资料（公开来源）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UN-Habitat (2025): International Guidelines on People-Centred Smart Cities</a:t>
            </a:r>
          </a:p>
          <a:p>
            <a:pPr>
              <a:defRPr sz="1400"/>
            </a:pPr>
            <a:r>
              <a:t>https://unhabitat.org/sites/default/files/2025/03/international_guidelines_on_people_centred_smart_cities_clean_6.3.2025_1.pdf</a:t>
            </a:r>
          </a:p>
          <a:p>
            <a:pPr>
              <a:defRPr sz="1400"/>
            </a:pPr>
            <a:r>
              <a:t>Hangzhou City Brain 3.0 (2025-04-01)</a:t>
            </a:r>
          </a:p>
          <a:p>
            <a:pPr>
              <a:defRPr sz="1400"/>
            </a:pPr>
            <a:r>
              <a:t>https://www.ehangzhou.gov.cn/2025-04/01/c_293162.htm</a:t>
            </a:r>
          </a:p>
          <a:p>
            <a:pPr>
              <a:defRPr sz="1400"/>
            </a:pPr>
            <a:r>
              <a:t>Smart Cities World: How AI will define cities and mobility in 2026</a:t>
            </a:r>
          </a:p>
          <a:p>
            <a:pPr>
              <a:defRPr sz="1400"/>
            </a:pPr>
            <a:r>
              <a:t>https://www.smartcitiesworld.net/ai-and-machine-learning/how-ai-will-define-cities-and-mobility-in-2026</a:t>
            </a:r>
          </a:p>
          <a:p>
            <a:pPr>
              <a:defRPr sz="1400"/>
            </a:pPr>
            <a:r>
              <a:t>ArXiv: AI-Powered Urban Transportation Digital Twin: Methods and Applications</a:t>
            </a:r>
          </a:p>
          <a:p>
            <a:pPr>
              <a:defRPr sz="1400"/>
            </a:pPr>
            <a:r>
              <a:t>https://arxiv.org/html/2501.10396v1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