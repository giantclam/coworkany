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证据来源：IMD Smart City Index 2025/2026 页面（https://www.imd.org/smart-city-observatory/Home/ ; https://www.imd.org/smart-city-observatory/smart-city-index）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参考：Smart Cities World 2026（AI与城市运营/出行）；LTA新加坡交通管理实践。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证据：</a:t>
            </a:r>
          </a:p>
          <a:p>
            <a:r>
              <a:t>1) Smart Cities World, 2026-02-19: https://www.smartcitiesworld.net/ai-and-machine-learning/how-ai-will-define-cities-and-mobility-in-2026</a:t>
            </a:r>
          </a:p>
          <a:p>
            <a:r>
              <a:t>2) arXiv综述（GenAI+Urban Digital Twins）: https://arxiv.org/abs/2405.19464v2</a:t>
            </a:r>
          </a:p>
          <a:p>
            <a:r>
              <a:t>3) WEF 2026（human-centred physical AI / governance）: https://www.weforum.org/stories/2026/02/human-centred-physical-ai-transforming-cities/ ; https://www.weforum.org/stories/2026/02/why-governance-is-the-new-infrastructure-for-physical-ai/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来源：LTA Media Reply（2026-03-12）https://www.lta.gov.sg/content/ltagov/en/newsroom/2026/3/media-replies/traffic-data-used-to-optimise-network-flow-while-prioritising-sa.html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来源：UrbanAIR项目更新（2026）https://www.urbanair-project.eu/post/bsc-develops-a-database-to-advance-towardsa-digital-twin-of-air-quality-in-barcelona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来源：WEF 2026治理相关文章 + IMD对透明与信任的强调。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800" b="1">
                <a:solidFill>
                  <a:srgbClr val="142D64"/>
                </a:solidFill>
              </a:rPr>
              <a:t>2026年AI在智慧城市中的发展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趋势研判、应用场景与案例分析</a:t>
            </a:r>
          </a:p>
          <a:p>
            <a:r>
              <a:t>汇报日期：2026-04-17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1. 智慧城市的定义和发展背景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2. AI在智慧城市中的主要应用场景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3. 2026年最新技术和趋势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4. 成功案例分析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5. 未来展望与行动建议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1. 智慧城市的定义与发展背景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智慧城市：以数据、连接、算法和治理协同提升城市运行效率与居民福祉。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从“数字化”走向“智能化”：IoT感知层 + 云边协同 + AI决策层成为主架构。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评估维度从技术能力扩展到“以人为本”：生活质量、包容性、信任与透明度。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IMD Smart City Index持续强调“技术+人文”双平衡，治理与公众信任成为核心竞争力。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42D64"/>
                </a:solidFill>
              </a:rPr>
              <a:t>2. AI在智慧城市中的主要应用场景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2200">
                <a:solidFill>
                  <a:srgbClr val="0070C0"/>
                </a:solidFill>
              </a:defRPr>
            </a:pPr>
            <a:r>
              <a:t>城市运行与基础设施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智能交通信号优化与拥堵预测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能源负荷预测与电网调度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供水/管网异常检测与预测性维护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城市安防与应急联动决策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2200">
                <a:solidFill>
                  <a:srgbClr val="0070C0"/>
                </a:solidFill>
              </a:defRPr>
            </a:pPr>
            <a:r>
              <a:t>公共服务与民生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政务智能客服与多语种服务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医疗资源调度与分级诊疗辅助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教育与社区服务的精准供给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空气质量、噪声与热岛治理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3. 2026年最新技术与趋势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趋势1：生成式AI与城市数字孪生融合，支持“仿真—推演—决策”闭环。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趋势2：边缘AI加速落地，交通、安防、能源场景强调低时延与本地推理。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趋势3：从“屏幕AI”走向“物理AI”，机器人与自动系统进入城市空间。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趋势4：AI治理成为新型基础设施：模型审计、实时监测、责任追溯。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趋势5：跨部门数据协同与AI代理（Agentic AI）推动流程自动化。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4. 成功案例分析（1）新加坡：AI交通优化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问题：高密度城市交通需要兼顾效率与安全。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做法：基于GLIDE系统与实时交通数据，动态优化信号配时。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价值：减少无效等待时间，提升路网通行效率并保持安全优先。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启示：先建立“数据基础设施+规则引擎”，再迭代AI增强。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4. 成功案例分析（2）巴塞罗那：城市数字孪生与空气质量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问题：空气质量与交通排放管理复杂，需跨系统联动。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做法：构建城市空气质量数据库，推进数字孪生能力建设。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价值：支持政策情景模拟，提升环境治理的可解释性与前瞻性。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启示：数字孪生应从“高价值子系统”切入，逐步扩展全城模型。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4. 成功案例分析（3）治理实践：以信任为核心的AI城市治理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问题：AI系统规模化后，算法偏差、问责与隐私风险同步上升。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做法：引入治理框架（透明度、审计、持续监测、公众沟通）。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价值：降低政策与技术摩擦，提升市民采纳度与跨部门协同效率。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启示：‘治理能力’正在成为智慧城市竞争力的重要组成。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5. 未来展望（2026-2030）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城市AI将从“单点智能”走向“城市级智能体协同”。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‘数字孪生+实时数据+多智能体’将成为城市运营中枢。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公共价值导向将超越单纯效率：公平、韧性、可持续成为KPI。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法规与标准将加速完善，模型合规与数据主权要求更高。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建议：构建“场景优先、治理先行、渐进式扩展”的实施路线图。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2D64"/>
                </a:solidFill>
              </a:rPr>
              <a:t>结论与行动建议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短期（0-12个月）：聚焦交通/能源/政务三类高ROI场景试点。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中期（1-2年）：打通跨部门数据资产，建设统一AI治理与评估体系。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长期（3年以上）：构建城市级数字孪生与智能体运营平台。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关键成功因素：数据质量、组织协同、治理透明、持续迭代。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